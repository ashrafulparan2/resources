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9878291" cy="1825096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Introduction to Programming Language (Java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8202E-4D6D-AAB5-699E-085A6DF71B9C}"/>
              </a:ext>
            </a:extLst>
          </p:cNvPr>
          <p:cNvSpPr txBox="1"/>
          <p:nvPr/>
        </p:nvSpPr>
        <p:spPr>
          <a:xfrm>
            <a:off x="1524000" y="3525078"/>
            <a:ext cx="3485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Fariha Zahin</a:t>
            </a:r>
          </a:p>
          <a:p>
            <a:r>
              <a:rPr lang="en-US" dirty="0"/>
              <a:t>Lecturer</a:t>
            </a:r>
          </a:p>
          <a:p>
            <a:r>
              <a:rPr lang="en-US" dirty="0"/>
              <a:t>CSE, Southeast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37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72655" y="1475709"/>
            <a:ext cx="105625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static 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keyword used for memory management in Java.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used for creating class-level members, meaning they belong to the class rather than an instance.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2655" y="2930481"/>
            <a:ext cx="341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Types of Static Members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312" y="3401537"/>
            <a:ext cx="5891069" cy="31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91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28073" y="1365010"/>
            <a:ext cx="1167178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Static Variables</a:t>
            </a:r>
          </a:p>
          <a:p>
            <a:r>
              <a:rPr lang="en-US" b="1" dirty="0" err="1"/>
              <a:t>Definition: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 declared with the static </a:t>
            </a:r>
            <a:r>
              <a:rPr lang="en-US" dirty="0"/>
              <a:t>keyword is shared among all instances of the class.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Characteristics: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copy of the static variable is shared across all objects of the class.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static variable is initialized only once when the class is loaded into memory.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Variables declared with the static keyword can be called without creating an object of the class.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14" y="3770452"/>
            <a:ext cx="4746423" cy="24779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072" y="3689423"/>
            <a:ext cx="5188659" cy="234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8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336" y="1923715"/>
            <a:ext cx="3857099" cy="35120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3781" y="1311563"/>
            <a:ext cx="9735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Brainstorming 1 : </a:t>
            </a:r>
            <a:r>
              <a:rPr lang="en-US" dirty="0"/>
              <a:t>What will be the value of count if 3 objects of Counter class is created? </a:t>
            </a:r>
          </a:p>
        </p:txBody>
      </p:sp>
    </p:spTree>
    <p:extLst>
      <p:ext uri="{BB962C8B-B14F-4D97-AF65-F5344CB8AC3E}">
        <p14:creationId xmlns:p14="http://schemas.microsoft.com/office/powerpoint/2010/main" val="370870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22037" y="1558931"/>
            <a:ext cx="1089890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Methods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Definition:</a:t>
            </a:r>
            <a:r>
              <a:rPr 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declared with the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static </a:t>
            </a:r>
            <a:r>
              <a:rPr lang="en-US" dirty="0"/>
              <a:t>keyword can be called without creating an object of the class.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Characteristics: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static method can only access other static members (variables and methods).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super keywords cannot be used here.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983" y="3460394"/>
            <a:ext cx="6354617" cy="313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4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3105835"/>
            <a:ext cx="69180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Brainstorming 2 : why main method is declared as static?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05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1273" y="1332775"/>
            <a:ext cx="102800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Static Blocks</a:t>
            </a:r>
          </a:p>
          <a:p>
            <a:r>
              <a:rPr lang="en-US" b="1" dirty="0"/>
              <a:t>Definition:</a:t>
            </a:r>
            <a:r>
              <a:rPr lang="en-US" dirty="0"/>
              <a:t> A static block is used to initialize static variables or perform setup when the class is loaded.</a:t>
            </a:r>
          </a:p>
          <a:p>
            <a:r>
              <a:rPr lang="en-US" b="1" dirty="0"/>
              <a:t>Characteristics: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Executed once when the class is loaded into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throw exceptions.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Executed before main method.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553" y="3568948"/>
            <a:ext cx="7145126" cy="266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5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799" y="1370135"/>
            <a:ext cx="11203709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Type Casting </a:t>
            </a:r>
          </a:p>
          <a:p>
            <a:r>
              <a:rPr lang="en-US" b="1" dirty="0"/>
              <a:t>Type Casting</a:t>
            </a:r>
            <a:r>
              <a:rPr lang="en-US" dirty="0"/>
              <a:t> is the process of converting one data type into another. It is of two types: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Implicit Type Casting (Widening)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Explicit Type Casting (Narrowing)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1. Implicit Type Casting (Widening)</a:t>
            </a:r>
          </a:p>
          <a:p>
            <a:r>
              <a:rPr lang="en-US" b="1" dirty="0"/>
              <a:t>Definition:</a:t>
            </a:r>
            <a:r>
              <a:rPr lang="en-US" dirty="0"/>
              <a:t> Implicit type casting occurs when a smaller data type is automatically converted to a larger data type. This happens without the need for explicit casting, and it does not result in data loss.</a:t>
            </a:r>
          </a:p>
          <a:p>
            <a:r>
              <a:rPr lang="en-US" dirty="0"/>
              <a:t>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90" y="2894825"/>
            <a:ext cx="7863609" cy="205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34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491" y="1499122"/>
            <a:ext cx="110282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Explicit Type Casting (Narrowing)</a:t>
            </a:r>
          </a:p>
          <a:p>
            <a:r>
              <a:rPr lang="en-US" b="1" dirty="0"/>
              <a:t>Definition:</a:t>
            </a:r>
            <a:r>
              <a:rPr lang="en-US" dirty="0"/>
              <a:t> Explicit type casting occurs when a larger data type is manually converted to a smaller data type. This requires the programmer to specify the type they want to cast the data to.</a:t>
            </a:r>
          </a:p>
          <a:p>
            <a:r>
              <a:rPr lang="en-US" b="1" dirty="0"/>
              <a:t>How it works: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narrowing, there is a risk of </a:t>
            </a:r>
            <a:r>
              <a:rPr lang="en-US" b="1" dirty="0"/>
              <a:t>data loss</a:t>
            </a:r>
            <a:r>
              <a:rPr lang="en-US" dirty="0"/>
              <a:t> if the value doesn't fit in the target type. The programmer must be cautious when performing explicit casting.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Syntax for explicit casting:</a:t>
            </a:r>
            <a:r>
              <a:rPr lang="en-US" dirty="0"/>
              <a:t> </a:t>
            </a:r>
            <a:r>
              <a:rPr lang="en-US" i="1" dirty="0"/>
              <a:t>(</a:t>
            </a:r>
            <a:r>
              <a:rPr lang="en-US" i="1" dirty="0" err="1"/>
              <a:t>targetType</a:t>
            </a:r>
            <a:r>
              <a:rPr lang="en-US" i="1" dirty="0"/>
              <a:t>) value;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522" y="3950252"/>
            <a:ext cx="4511788" cy="15269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91" y="4076964"/>
            <a:ext cx="5865091" cy="14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2477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2672</TotalTime>
  <Words>408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Introduction to Programming Language (Java)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Language (Java)</dc:title>
  <dc:creator>Fariha</dc:creator>
  <cp:lastModifiedBy>Fariha</cp:lastModifiedBy>
  <cp:revision>22</cp:revision>
  <dcterms:created xsi:type="dcterms:W3CDTF">2025-03-08T04:12:45Z</dcterms:created>
  <dcterms:modified xsi:type="dcterms:W3CDTF">2025-07-21T04:29:54Z</dcterms:modified>
</cp:coreProperties>
</file>
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Century Gothic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VhyW81aud3GSOoCzZRlkZhsxr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5319DC-543B-4CDD-8443-14843EB1DD9C}">
  <a:tblStyle styleId="{1F5319DC-543B-4CDD-8443-14843EB1DD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enturyGothic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italic.fntdata"/><Relationship Id="rId14" Type="http://schemas.openxmlformats.org/officeDocument/2006/relationships/font" Target="fonts/CenturyGothic-bold.fntdata"/><Relationship Id="rId17" Type="http://customschemas.google.com/relationships/presentationmetadata" Target="metadata"/><Relationship Id="rId16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13" name="Google Shape;1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9"/>
          <p:cNvSpPr txBox="1"/>
          <p:nvPr>
            <p:ph idx="10" type="dt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30" name="Google Shape;3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 txBox="1"/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4"/>
          <p:cNvSpPr txBox="1"/>
          <p:nvPr>
            <p:ph idx="2" type="body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3" type="body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4"/>
          <p:cNvSpPr txBox="1"/>
          <p:nvPr>
            <p:ph idx="4" type="body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2" type="body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/>
          <p:nvPr>
            <p:ph idx="2" type="pic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/>
          <p:nvPr>
            <p:ph idx="2" type="pic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79" name="Google Shape;7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9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86" name="Google Shape;8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 txBox="1"/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20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4" name="Google Shape;94;p20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96" name="Google Shape;9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 txBox="1"/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21"/>
          <p:cNvSpPr txBox="1"/>
          <p:nvPr>
            <p:ph idx="10" type="dt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22"/>
          <p:cNvSpPr txBox="1"/>
          <p:nvPr>
            <p:ph idx="3" type="body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22"/>
          <p:cNvSpPr txBox="1"/>
          <p:nvPr>
            <p:ph idx="4" type="body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22"/>
          <p:cNvSpPr txBox="1"/>
          <p:nvPr>
            <p:ph idx="5" type="body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22"/>
          <p:cNvSpPr txBox="1"/>
          <p:nvPr>
            <p:ph idx="6" type="body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3"/>
          <p:cNvSpPr/>
          <p:nvPr>
            <p:ph idx="2" type="pic"/>
          </p:nvPr>
        </p:nvSpPr>
        <p:spPr>
          <a:xfrm>
            <a:off x="688618" y="2362200"/>
            <a:ext cx="3451582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7" name="Google Shape;117;p23"/>
          <p:cNvSpPr txBox="1"/>
          <p:nvPr>
            <p:ph idx="3" type="body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23"/>
          <p:cNvSpPr txBox="1"/>
          <p:nvPr>
            <p:ph idx="4" type="body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23"/>
          <p:cNvSpPr/>
          <p:nvPr>
            <p:ph idx="5" type="pic"/>
          </p:nvPr>
        </p:nvSpPr>
        <p:spPr>
          <a:xfrm>
            <a:off x="4374263" y="2362200"/>
            <a:ext cx="3448936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0" name="Google Shape;120;p23"/>
          <p:cNvSpPr txBox="1"/>
          <p:nvPr>
            <p:ph idx="6" type="body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3"/>
          <p:cNvSpPr txBox="1"/>
          <p:nvPr>
            <p:ph idx="7" type="body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3"/>
          <p:cNvSpPr/>
          <p:nvPr>
            <p:ph idx="8" type="pic"/>
          </p:nvPr>
        </p:nvSpPr>
        <p:spPr>
          <a:xfrm>
            <a:off x="8049855" y="2362200"/>
            <a:ext cx="3447878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23"/>
          <p:cNvSpPr txBox="1"/>
          <p:nvPr>
            <p:ph idx="9" type="body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 rot="5400000">
            <a:off x="4083938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134" name="Google Shape;13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>
            <p:ph type="title"/>
          </p:nvPr>
        </p:nvSpPr>
        <p:spPr>
          <a:xfrm rot="5400000">
            <a:off x="8525934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0" type="dt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1" type="ftr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TOP.png" id="6" name="Google Shape;6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8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4000"/>
              <a:t>INTRODUCTION TO PROGRAMMING LANGUAGE II(JAVA)</a:t>
            </a:r>
            <a:endParaRPr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Fariha Zahin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/>
          <p:nvPr/>
        </p:nvSpPr>
        <p:spPr>
          <a:xfrm>
            <a:off x="4593215" y="1444202"/>
            <a:ext cx="36984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 type vs. Object type</a:t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547688" y="2117774"/>
            <a:ext cx="6096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 Type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declared type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a variable.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Determines: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methods and fields are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accessible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compile-time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Whether the code compiles at all.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Comes from the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side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the assignment:</a:t>
            </a:r>
            <a:endParaRPr/>
          </a:p>
        </p:txBody>
      </p:sp>
      <p:pic>
        <p:nvPicPr>
          <p:cNvPr id="152" name="Google Shape;1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451" y="4757579"/>
            <a:ext cx="7838473" cy="1015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/>
          <p:nvPr/>
        </p:nvSpPr>
        <p:spPr>
          <a:xfrm>
            <a:off x="822037" y="1570428"/>
            <a:ext cx="698941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 Type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actual type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the object in memory, created using new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Determines: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overridden methods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run at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Comes from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side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assignment:</a:t>
            </a:r>
            <a:endParaRPr/>
          </a:p>
        </p:txBody>
      </p:sp>
      <p:pic>
        <p:nvPicPr>
          <p:cNvPr id="158" name="Google Shape;1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554" y="3561474"/>
            <a:ext cx="8834101" cy="1056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1249758" y="2136009"/>
            <a:ext cx="11197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Dispatch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 Java is the process by which a call to an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overridden method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resolved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 runtime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(not at compile time).</a:t>
            </a:r>
            <a:b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happens when a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parent class reference variable refers to a child class object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and the method that gets executed depends on the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 type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not the reference type.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b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Point: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Variables are resolved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 compile time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Methods (if overridden) are resolved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 runtime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→ this is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dispatch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(a.k.a runtime polymorphism).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5"/>
          <p:cNvGraphicFramePr/>
          <p:nvPr/>
        </p:nvGraphicFramePr>
        <p:xfrm>
          <a:off x="741219" y="23551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{1F5319DC-543B-4CDD-8443-14843EB1DD9C}</a:tableStyleId>
              </a:tblPr>
              <a:tblGrid>
                <a:gridCol w="3606800"/>
                <a:gridCol w="3606800"/>
                <a:gridCol w="3606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Operation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Determined By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Notes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Which method gets called (if overridden)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✅ Object Type (Runtime)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Dynamic dispatch applies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Which method is visible (if not overridden)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❌ Reference Type (Compile Time)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Compiler checks reference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Which field is accessed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❌ Reference Type (Compile Time)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Fields are not polymorphic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Casting allowed?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✅ Reference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You can only call subclass methods/fields after casting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62" y="1751378"/>
            <a:ext cx="5764784" cy="373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7250" y="1721067"/>
            <a:ext cx="5773768" cy="376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327" y="1421643"/>
            <a:ext cx="4591050" cy="414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6423" y="619124"/>
            <a:ext cx="35147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1388" y="2533649"/>
            <a:ext cx="512445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2025-05-17T15:26:15Z</dcterms:created>
  <dc:creator>Fariha</dc:creator>
</cp:coreProperties>
</file>
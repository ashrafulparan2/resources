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Introduction to Programming Language II(Java)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F4132-35E3-0EE7-54B2-3CF6489F7D35}"/>
              </a:ext>
            </a:extLst>
          </p:cNvPr>
          <p:cNvSpPr txBox="1"/>
          <p:nvPr/>
        </p:nvSpPr>
        <p:spPr>
          <a:xfrm>
            <a:off x="1505243" y="3628501"/>
            <a:ext cx="3348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Fariha Zahin</a:t>
            </a:r>
          </a:p>
          <a:p>
            <a:r>
              <a:rPr lang="en-US"/>
              <a:t>Lecturer</a:t>
            </a:r>
          </a:p>
          <a:p>
            <a:r>
              <a:rPr lang="en-US"/>
              <a:t>CSE, Southeast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0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11439" y="1129206"/>
            <a:ext cx="2912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Access Modifiers in Java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757382" y="1783002"/>
            <a:ext cx="735329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the visibility or access level of classes, methods, and variables.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 types of access modifiers: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(no keyword)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00" y="3583709"/>
            <a:ext cx="6781800" cy="314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4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25" y="1434007"/>
            <a:ext cx="4698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Public Modifier</a:t>
            </a:r>
          </a:p>
          <a:p>
            <a:r>
              <a:rPr lang="en-US" dirty="0"/>
              <a:t>Accessible from anywhere in the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25" y="245929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Private Modifier</a:t>
            </a:r>
          </a:p>
          <a:p>
            <a:r>
              <a:rPr lang="en-US" dirty="0"/>
              <a:t>Accessible only within the same class</a:t>
            </a: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4924" y="3567699"/>
            <a:ext cx="107614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Protected Modifier</a:t>
            </a:r>
          </a:p>
          <a:p>
            <a:r>
              <a:rPr lang="en-US" dirty="0"/>
              <a:t>Accessible within the same package and in subclasses (even if they are in different packages)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1014925" y="466220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Default Modifier</a:t>
            </a:r>
          </a:p>
          <a:p>
            <a:r>
              <a:rPr lang="en-US" dirty="0"/>
              <a:t>No modifier means package-private access.</a:t>
            </a:r>
          </a:p>
          <a:p>
            <a:r>
              <a:rPr lang="en-US" dirty="0"/>
              <a:t>Accessible only within the same package</a:t>
            </a:r>
            <a:endParaRPr lang="en-US" b="1" dirty="0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959462"/>
              </p:ext>
            </p:extLst>
          </p:nvPr>
        </p:nvGraphicFramePr>
        <p:xfrm>
          <a:off x="5960580" y="671080"/>
          <a:ext cx="5815783" cy="3053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620120" imgH="4000680" progId="Paint.Picture">
                  <p:embed/>
                </p:oleObj>
              </mc:Choice>
              <mc:Fallback>
                <p:oleObj name="Bitmap Image" r:id="rId2" imgW="7620120" imgH="40006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60580" y="671080"/>
                        <a:ext cx="5815783" cy="3053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7975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37309" y="1431974"/>
            <a:ext cx="1067471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 is the process of wrapping data (variables) and methods into a single unit called a class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restricts direct access to data members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by: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Declaring variables as private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Providing public getter and setter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38964" y="1101499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b="1" dirty="0">
                <a:latin typeface="Arial" panose="020B0604020202020204" pitchFamily="34" charset="0"/>
              </a:rPr>
              <a:t>Encapsulation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4634283" y="3574487"/>
            <a:ext cx="2904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Why Use Encapsulation?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77455" y="479367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over data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from unauthorized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code maintainability and flexibility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security of data </a:t>
            </a:r>
          </a:p>
        </p:txBody>
      </p:sp>
    </p:spTree>
    <p:extLst>
      <p:ext uri="{BB962C8B-B14F-4D97-AF65-F5344CB8AC3E}">
        <p14:creationId xmlns:p14="http://schemas.microsoft.com/office/powerpoint/2010/main" val="143123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217" y="1351063"/>
            <a:ext cx="900545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Getter and Setter Methods in Java</a:t>
            </a:r>
          </a:p>
          <a:p>
            <a:r>
              <a:rPr lang="en-US" b="1" dirty="0"/>
              <a:t>What is a Getter?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i="1" dirty="0"/>
              <a:t>getter</a:t>
            </a:r>
            <a:r>
              <a:rPr lang="en-US" dirty="0"/>
              <a:t> is a public method used to </a:t>
            </a:r>
            <a:r>
              <a:rPr lang="en-US" b="1" dirty="0"/>
              <a:t>retrieve the value</a:t>
            </a:r>
            <a:r>
              <a:rPr lang="en-US" dirty="0"/>
              <a:t> of a private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</a:t>
            </a:r>
            <a:r>
              <a:rPr lang="en-US" b="1" dirty="0"/>
              <a:t>read access</a:t>
            </a:r>
            <a:r>
              <a:rPr lang="en-US" dirty="0"/>
              <a:t> to private data.</a:t>
            </a:r>
          </a:p>
          <a:p>
            <a:r>
              <a:rPr lang="en-US" b="1" dirty="0"/>
              <a:t>What is a Setter?</a:t>
            </a:r>
          </a:p>
          <a:p>
            <a:r>
              <a:rPr lang="en-US" dirty="0"/>
              <a:t>A </a:t>
            </a:r>
            <a:r>
              <a:rPr lang="en-US" i="1" dirty="0"/>
              <a:t>setter</a:t>
            </a:r>
            <a:r>
              <a:rPr lang="en-US" dirty="0"/>
              <a:t> is a public method used to </a:t>
            </a:r>
            <a:r>
              <a:rPr lang="en-US" b="1" dirty="0"/>
              <a:t>update or set the value</a:t>
            </a:r>
            <a:r>
              <a:rPr lang="en-US" dirty="0"/>
              <a:t> of a private variable.</a:t>
            </a:r>
          </a:p>
          <a:p>
            <a:r>
              <a:rPr lang="en-US" dirty="0"/>
              <a:t>It allows </a:t>
            </a:r>
            <a:r>
              <a:rPr lang="en-US" b="1" dirty="0"/>
              <a:t>write access</a:t>
            </a:r>
            <a:r>
              <a:rPr lang="en-US" dirty="0"/>
              <a:t>, often with validation.</a:t>
            </a:r>
          </a:p>
          <a:p>
            <a:r>
              <a:rPr lang="en-US" b="1" dirty="0"/>
              <a:t>Why Use Getters and Setters?</a:t>
            </a:r>
          </a:p>
          <a:p>
            <a:r>
              <a:rPr lang="en-US" dirty="0"/>
              <a:t>To implement </a:t>
            </a:r>
            <a:r>
              <a:rPr lang="en-US" b="1" dirty="0"/>
              <a:t>encapsulation</a:t>
            </a:r>
            <a:r>
              <a:rPr lang="en-US" dirty="0"/>
              <a:t>.</a:t>
            </a:r>
          </a:p>
          <a:p>
            <a:r>
              <a:rPr lang="en-US" dirty="0"/>
              <a:t>To </a:t>
            </a:r>
            <a:r>
              <a:rPr lang="en-US" b="1" dirty="0"/>
              <a:t>control access</a:t>
            </a:r>
            <a:r>
              <a:rPr lang="en-US" dirty="0"/>
              <a:t> to the data fields.</a:t>
            </a:r>
          </a:p>
          <a:p>
            <a:r>
              <a:rPr lang="en-US" dirty="0"/>
              <a:t>To </a:t>
            </a:r>
            <a:r>
              <a:rPr lang="en-US" b="1" dirty="0"/>
              <a:t>validate data</a:t>
            </a:r>
            <a:r>
              <a:rPr lang="en-US" dirty="0"/>
              <a:t> before changing it.</a:t>
            </a:r>
          </a:p>
          <a:p>
            <a:r>
              <a:rPr lang="en-US" dirty="0"/>
              <a:t>To </a:t>
            </a:r>
            <a:r>
              <a:rPr lang="en-US" b="1" dirty="0"/>
              <a:t>hide implementation details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62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4" y="1705197"/>
            <a:ext cx="5219821" cy="39751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55" y="1705197"/>
            <a:ext cx="5027416" cy="373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5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7382" y="1378865"/>
            <a:ext cx="87283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Accessing Private Members through Getters and Setters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Private members</a:t>
            </a:r>
            <a:r>
              <a:rPr lang="en-US" dirty="0"/>
              <a:t> are </a:t>
            </a:r>
            <a:r>
              <a:rPr lang="en-US" i="1" dirty="0"/>
              <a:t>not directly inherited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Subclasses or other classes </a:t>
            </a:r>
            <a:r>
              <a:rPr lang="en-US" b="1" dirty="0"/>
              <a:t>cannot access private fields/methods</a:t>
            </a:r>
            <a:r>
              <a:rPr lang="en-US" dirty="0"/>
              <a:t>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</a:t>
            </a:r>
            <a:r>
              <a:rPr lang="en-US" b="1" dirty="0"/>
              <a:t>can access</a:t>
            </a:r>
            <a:r>
              <a:rPr lang="en-US" dirty="0"/>
              <a:t> them via </a:t>
            </a:r>
            <a:r>
              <a:rPr lang="en-US" b="1" dirty="0"/>
              <a:t>public/protected methods</a:t>
            </a:r>
            <a:r>
              <a:rPr lang="en-US" dirty="0"/>
              <a:t> (getter/setter).</a:t>
            </a:r>
          </a:p>
        </p:txBody>
      </p:sp>
    </p:spTree>
    <p:extLst>
      <p:ext uri="{BB962C8B-B14F-4D97-AF65-F5344CB8AC3E}">
        <p14:creationId xmlns:p14="http://schemas.microsoft.com/office/powerpoint/2010/main" val="181611513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2003</TotalTime>
  <Words>294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Vapor Trail</vt:lpstr>
      <vt:lpstr>Bitmap Image</vt:lpstr>
      <vt:lpstr>Introduction to Programming Language II(Java)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Fariha</dc:creator>
  <cp:lastModifiedBy>Fariha</cp:lastModifiedBy>
  <cp:revision>10</cp:revision>
  <dcterms:created xsi:type="dcterms:W3CDTF">2025-03-15T10:02:43Z</dcterms:created>
  <dcterms:modified xsi:type="dcterms:W3CDTF">2025-08-03T05:25:24Z</dcterms:modified>
</cp:coreProperties>
</file>
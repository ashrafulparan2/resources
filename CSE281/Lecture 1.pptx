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Century Gothic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aZ4EfahkmiYx+ITPQxm9KvT2P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B06799-CDCD-456B-A6F2-5C2F6F8C270B}">
  <a:tblStyle styleId="{0AB06799-CDCD-456B-A6F2-5C2F6F8C27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regular.fntdata"/><Relationship Id="rId10" Type="http://schemas.openxmlformats.org/officeDocument/2006/relationships/slide" Target="slides/slide5.xml"/><Relationship Id="rId13" Type="http://schemas.openxmlformats.org/officeDocument/2006/relationships/font" Target="fonts/CenturyGothic-italic.fntdata"/><Relationship Id="rId12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7" name="Google Shape;1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7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34" name="Google Shape;3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0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2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83" name="Google Shape;8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90" name="Google Shape;9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entury Gothic"/>
              <a:buNone/>
            </a:pPr>
            <a:r>
              <a:rPr b="0" lang="en-US" sz="8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00" name="Google Shape;10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20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0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1" name="Google Shape;111;p20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2" name="Google Shape;112;p20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20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1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1" name="Google Shape;121;p21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2" name="Google Shape;122;p21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21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4" name="Google Shape;124;p21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p21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1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7" name="Google Shape;127;p21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2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BTM.png" id="138" name="Google Shape;13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2-HD-TOP.png" id="10" name="Google Shape;10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6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>
            <p:ph type="ctrTitle"/>
          </p:nvPr>
        </p:nvSpPr>
        <p:spPr>
          <a:xfrm>
            <a:off x="1371600" y="1803405"/>
            <a:ext cx="10376452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US" sz="4400"/>
              <a:t>INTRODUCTION TO PROGRAMMING LANGUAGE II (JAVA)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468583" y="3628501"/>
            <a:ext cx="35375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Fariha Zahin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CSE, Southeast University</a:t>
            </a:r>
            <a:endParaRPr sz="2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1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387626" y="1341783"/>
            <a:ext cx="11102009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is a platform independent language: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uses a virtual machine to execute.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 Code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A developer writes Java code, which is compiled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into bytecode (represented as .class files)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Bytecode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The bytecode is platform-neutral, and it is shown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moving to the next stage.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JVM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The bytecode is processed by the Java Virtual Machine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(JVM). The JVM is the layer that ensures platform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independence. It translates the bytecode into native machine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 for each specific platform.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Platforms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the bytecode is translated into platform-specific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machine code for different operating systems, like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Windows, macOS, and Linux. Each platform would have the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appropriate JVM that runs the bytecode correctly.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8398" y="1883172"/>
            <a:ext cx="4349474" cy="3772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/>
          <p:nvPr/>
        </p:nvSpPr>
        <p:spPr>
          <a:xfrm>
            <a:off x="636103" y="1395443"/>
            <a:ext cx="1110200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JVM (Java Virtual Machine)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Runs Java programs by converting bytecode into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machine code.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It’s platform-dependent (Windows, Mac, Linux have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JVMs).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ensures Java’s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“Write Once, Run Anywhere”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feature.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JRE (Java Runtime Environment)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Provides everything needed to run Java programs.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Includes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JVM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+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libraries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but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development tools.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Used for running Java applications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JDK (Java Development Kit)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Used for developing Java applications.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Includes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JRE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+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JVM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+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development tools (compiler, debugger, etc.)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Required for writing and compiling Java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7757" y="1838740"/>
            <a:ext cx="4658139" cy="3390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4"/>
          <p:cNvGraphicFramePr/>
          <p:nvPr/>
        </p:nvGraphicFramePr>
        <p:xfrm>
          <a:off x="658091" y="233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{0AB06799-CDCD-456B-A6F2-5C2F6F8C270B}</a:tableStyleId>
              </a:tblPr>
              <a:tblGrid>
                <a:gridCol w="3606800"/>
                <a:gridCol w="3606800"/>
                <a:gridCol w="3606800"/>
              </a:tblGrid>
              <a:tr h="87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Java Term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Movie Analogy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Role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JVM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Actor on stage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Runs the script (bytecode)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Movie theater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Environment to watch the movie (run Java apps)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JDK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Director's studio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Tools to create and edit the movie (write/compile Java apps)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4"/>
          <p:cNvSpPr/>
          <p:nvPr/>
        </p:nvSpPr>
        <p:spPr>
          <a:xfrm>
            <a:off x="3845948" y="1470953"/>
            <a:ext cx="36503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🎬 Scenario: Watching a Movie</a:t>
            </a:r>
            <a:endParaRPr/>
          </a:p>
        </p:txBody>
      </p:sp>
      <p:sp>
        <p:nvSpPr>
          <p:cNvPr id="171" name="Google Shape;171;p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586409" y="1510821"/>
            <a:ext cx="1107219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 and Object in 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a template or blueprint for creating objects.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defines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attributes (variables)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behaviors (methods)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but does not store actual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</a:t>
            </a:r>
            <a:r>
              <a:rPr b="1"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</a:t>
            </a: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an instance of a class.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holds real values and performs actions as defined in the class.</a:t>
            </a:r>
            <a:endParaRPr/>
          </a:p>
        </p:txBody>
      </p:sp>
      <p:graphicFrame>
        <p:nvGraphicFramePr>
          <p:cNvPr id="177" name="Google Shape;177;p5"/>
          <p:cNvGraphicFramePr/>
          <p:nvPr/>
        </p:nvGraphicFramePr>
        <p:xfrm>
          <a:off x="2732295" y="3855416"/>
          <a:ext cx="5907706" cy="3002584"/>
        </p:xfrm>
        <a:graphic>
          <a:graphicData uri="http://schemas.openxmlformats.org/presentationml/2006/ole">
            <mc:AlternateContent>
              <mc:Choice Requires="v">
                <p:oleObj r:id="rId4" imgH="3002584" imgW="5907706" progId="Paint.Picture" spid="_x0000_s1">
                  <p:embed/>
                </p:oleObj>
              </mc:Choice>
              <mc:Fallback>
                <p:oleObj r:id="rId5" imgH="3002584" imgW="5907706" progId="Paint.Picture">
                  <p:embed/>
                  <p:pic>
                    <p:nvPicPr>
                      <p:cNvPr id="177" name="Google Shape;177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32295" y="3855416"/>
                        <a:ext cx="5907706" cy="3002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" name="Google Shape;178;p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2025-02-23T16:41:38Z</dcterms:created>
  <dc:creator>Fariha</dc:creator>
</cp:coreProperties>
</file>
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Introduction to Programming Language II(Java)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8E6840-BFB3-8D51-3DAC-E46642601F85}"/>
              </a:ext>
            </a:extLst>
          </p:cNvPr>
          <p:cNvSpPr txBox="1"/>
          <p:nvPr/>
        </p:nvSpPr>
        <p:spPr>
          <a:xfrm>
            <a:off x="1505243" y="3628501"/>
            <a:ext cx="34606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Fariha Zahin</a:t>
            </a:r>
          </a:p>
          <a:p>
            <a:r>
              <a:rPr lang="en-US" dirty="0"/>
              <a:t>Lecturer</a:t>
            </a:r>
          </a:p>
          <a:p>
            <a:r>
              <a:rPr lang="en-US" dirty="0"/>
              <a:t>CSE, Southeast University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704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60173" y="1308149"/>
            <a:ext cx="1031019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Method Overloading</a:t>
            </a:r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Same method name, but different parameters (different type or number) in the same class.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173" y="2688091"/>
            <a:ext cx="10205413" cy="262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44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0" y="1398249"/>
            <a:ext cx="878950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Method Overriding</a:t>
            </a:r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Same method name and same parameters between parent and child classes; child class redefines behavior.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766" y="2740858"/>
            <a:ext cx="5401049" cy="35162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78F12A-682B-C706-87BF-14F1D7AB4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815" y="2950922"/>
            <a:ext cx="4994542" cy="236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092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51723" y="1708957"/>
            <a:ext cx="93129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Polymorphism</a:t>
            </a:r>
          </a:p>
          <a:p>
            <a:r>
              <a:rPr lang="en-US" b="1" dirty="0"/>
              <a:t>Definition:</a:t>
            </a:r>
            <a:br>
              <a:rPr lang="en-US" dirty="0"/>
            </a:br>
            <a:r>
              <a:rPr lang="en-US" dirty="0"/>
              <a:t>The ability of an object to take many forms.</a:t>
            </a:r>
          </a:p>
          <a:p>
            <a:br>
              <a:rPr lang="en-US" dirty="0"/>
            </a:br>
            <a:r>
              <a:rPr lang="en-US" dirty="0"/>
              <a:t>**One interface, multiple implementations.</a:t>
            </a:r>
          </a:p>
          <a:p>
            <a:endParaRPr lang="en-US" dirty="0"/>
          </a:p>
          <a:p>
            <a:r>
              <a:rPr lang="en-US" b="1" dirty="0"/>
              <a:t>Types of Polymorphism: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Compile-time Polymorphism:</a:t>
            </a:r>
            <a:br>
              <a:rPr lang="en-US" dirty="0"/>
            </a:br>
            <a:r>
              <a:rPr lang="en-US" dirty="0"/>
              <a:t>Achieved by </a:t>
            </a:r>
            <a:r>
              <a:rPr lang="en-US" b="1" dirty="0"/>
              <a:t>Method Overloading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Run-time Polymorphism:</a:t>
            </a:r>
            <a:br>
              <a:rPr lang="en-US" dirty="0"/>
            </a:br>
            <a:r>
              <a:rPr lang="en-US" dirty="0"/>
              <a:t>Achieved by </a:t>
            </a:r>
            <a:r>
              <a:rPr lang="en-US" b="1" dirty="0"/>
              <a:t>Method Overriding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5232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04459" y="1312688"/>
            <a:ext cx="892533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Compile-Time Polymorphism (Static Polymorphism)</a:t>
            </a:r>
            <a:br>
              <a:rPr lang="en-US" dirty="0"/>
            </a:br>
            <a:r>
              <a:rPr lang="en-US" dirty="0"/>
              <a:t>The method to be executed is determined at compile time.</a:t>
            </a:r>
          </a:p>
          <a:p>
            <a:endParaRPr lang="en-US" dirty="0"/>
          </a:p>
          <a:p>
            <a:r>
              <a:rPr lang="en-US" b="1" dirty="0"/>
              <a:t>How it's achieved:</a:t>
            </a:r>
            <a:br>
              <a:rPr lang="en-US" dirty="0"/>
            </a:br>
            <a:r>
              <a:rPr lang="en-US" dirty="0"/>
              <a:t>Through </a:t>
            </a:r>
            <a:r>
              <a:rPr lang="en-US" b="1" dirty="0"/>
              <a:t>Method Overloading</a:t>
            </a:r>
            <a:r>
              <a:rPr lang="en-US" dirty="0"/>
              <a:t> (same method name, different parameter lists).</a:t>
            </a:r>
          </a:p>
          <a:p>
            <a:r>
              <a:rPr lang="en-US" b="1" dirty="0"/>
              <a:t>Characteristics: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Faster execution since the method call is resolved during compilation.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Happens within the same class.</a:t>
            </a:r>
          </a:p>
        </p:txBody>
      </p:sp>
      <p:sp>
        <p:nvSpPr>
          <p:cNvPr id="3" name="Rectangle 2"/>
          <p:cNvSpPr/>
          <p:nvPr/>
        </p:nvSpPr>
        <p:spPr>
          <a:xfrm>
            <a:off x="904459" y="3977023"/>
            <a:ext cx="919369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2. Run-Time Polymorphism (Dynamic Polymorphism)</a:t>
            </a:r>
            <a:br>
              <a:rPr lang="en-US" dirty="0"/>
            </a:br>
            <a:r>
              <a:rPr lang="en-US" dirty="0"/>
              <a:t>The method to be executed is determined during runtime.</a:t>
            </a:r>
          </a:p>
          <a:p>
            <a:endParaRPr lang="en-US" dirty="0"/>
          </a:p>
          <a:p>
            <a:r>
              <a:rPr lang="en-US" b="1" dirty="0"/>
              <a:t>How it's achieved:</a:t>
            </a:r>
            <a:br>
              <a:rPr lang="en-US" dirty="0"/>
            </a:br>
            <a:r>
              <a:rPr lang="en-US" dirty="0"/>
              <a:t>Through </a:t>
            </a:r>
            <a:r>
              <a:rPr lang="en-US" b="1" dirty="0"/>
              <a:t>Method Overriding</a:t>
            </a:r>
            <a:r>
              <a:rPr lang="en-US" dirty="0"/>
              <a:t> (subclass provides specific implementation of a superclass method).</a:t>
            </a:r>
          </a:p>
          <a:p>
            <a:r>
              <a:rPr lang="en-US" b="1" dirty="0"/>
              <a:t>Characteristics: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Slower than compile-time polymorphism (decision made at runtime).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Requires inheritance (parent and child classes).</a:t>
            </a:r>
          </a:p>
        </p:txBody>
      </p:sp>
    </p:spTree>
    <p:extLst>
      <p:ext uri="{BB962C8B-B14F-4D97-AF65-F5344CB8AC3E}">
        <p14:creationId xmlns:p14="http://schemas.microsoft.com/office/powerpoint/2010/main" val="104791336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241</TotalTime>
  <Words>215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Century Gothic</vt:lpstr>
      <vt:lpstr>Vapor Trail</vt:lpstr>
      <vt:lpstr>Introduction to Programming Language II(Java)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Fariha</dc:creator>
  <cp:lastModifiedBy>Fariha</cp:lastModifiedBy>
  <cp:revision>14</cp:revision>
  <dcterms:created xsi:type="dcterms:W3CDTF">2025-04-27T16:34:38Z</dcterms:created>
  <dcterms:modified xsi:type="dcterms:W3CDTF">2025-08-24T07:06:38Z</dcterms:modified>
</cp:coreProperties>
</file>
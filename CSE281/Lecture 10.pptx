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ItnNF+FWnZGGAu0CzS2xhWw4O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10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3" name="Google Shape;1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2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30" name="Google Shape;3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79" name="Google Shape;7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2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86" name="Google Shape;8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3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3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4" name="Google Shape;94;p23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96" name="Google Shape;9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4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25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25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25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6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7" name="Google Shape;117;p26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26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6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26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6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6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26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2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34" name="Google Shape;13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TOP.png" id="6" name="Google Shape;6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INTRODUCTION TO PROGRAMMING LANGUAGE II(JAVA)</a:t>
            </a:r>
            <a:endParaRPr sz="4000"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Fariha Zahin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905162" y="1397475"/>
            <a:ext cx="1078807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Abstraction?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Definition:</a:t>
            </a:r>
            <a:b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Abstraction is the process of hiding implementation details and showing only functionality to the user.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Purpose:</a:t>
            </a:r>
            <a:b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Focus on </a:t>
            </a:r>
            <a:r>
              <a:rPr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 object does instead of </a:t>
            </a:r>
            <a:r>
              <a:rPr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it does it.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Achieved By: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 Classes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905150" y="4131248"/>
            <a:ext cx="60960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 Class – Definition &amp; Features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have both abstract (without body) and concrete methods.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have member variables (fields).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have constructors.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Cannot be instantiated directly.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Partial abstraction(0-100%)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30" y="1438549"/>
            <a:ext cx="5044045" cy="381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7775" y="801867"/>
            <a:ext cx="5899143" cy="2063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/>
          <p:nvPr/>
        </p:nvSpPr>
        <p:spPr>
          <a:xfrm>
            <a:off x="5505180" y="2895117"/>
            <a:ext cx="668682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Animal is an abstract class.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has an abstract method sound() with no body.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also has a concrete method sleep() with implementation.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Dog is a non-abstract subclass of Animal.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Dog is not abstract, it must override the abstract method sound().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method sleep() is inherited from Animal and used directly.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the main() method, an object d of class Dog is created.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Calling d.sound() prints "Dog barks".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Calling d.sleep() prints "Animal is sleeping...".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285" y="1452338"/>
            <a:ext cx="5004712" cy="3359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3721" y="1333991"/>
            <a:ext cx="5702593" cy="334027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362122" y="6389070"/>
            <a:ext cx="112758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**Dog class is abstract,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cannot create a direct object of Dog-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will give a compile-time error.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45249" y="4911742"/>
            <a:ext cx="867309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Animal is abstract with abstract sound() and concrete sleep(). Dog is an abstract subclass with bark(). Beagle is a concrete subclass overriding sound(). In main(), a Dog reference points to a Beagle object. Abstract class references can refer to subclass objects. Calling d.sound() runs Beagle’s method; d.bark() and d.sleep() come from Dog and Animal.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563418" y="1330328"/>
            <a:ext cx="676101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 – Definition &amp; Features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methods are implicitly public and abstract.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will be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constants (public static final).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multiple inheritance.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have constructors or instance fields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abstraction.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A class can implement an interface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590" y="3830743"/>
            <a:ext cx="7121942" cy="219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9968" y="1894176"/>
            <a:ext cx="7130519" cy="44973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3566644" y="1369353"/>
            <a:ext cx="50032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Differences: Abstract Class vs Interface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338" y="1362873"/>
            <a:ext cx="4566630" cy="318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9644" y="1216521"/>
            <a:ext cx="4739810" cy="344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323273" y="4944240"/>
            <a:ext cx="991061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Animal is an abstract class with abstract method sound() and concrete method sleep(). Pet is an interface with method play(). Dog is a concrete class that extends Animal and implements Pet. Dog overrides sound() and play() methods. In main(), a Dog object d is created. Calling d.sound() prints "Bark". Calling d.play() prints "Plays fetch". Calling d.sleep() prints "Sleeping...".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378691" y="1388423"/>
            <a:ext cx="1099127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the Diamond Problem?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Diamond Problem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occurs in multiple inheritance when a class inherits the same method from two different parent classes or interfaces.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causes ambiguity: which parent’s method should the child inherit or execute?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languages like C++, this can lead to conflicts and complexity.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avoids the diamond problem with classes by not allowing multiple class inheritance.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However, with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default methods can cause a similar ambiguity.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requires the implementing class to explicitly override conflicting default methods to resolve this.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509" y="4110404"/>
            <a:ext cx="4479636" cy="2571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145" y="3973746"/>
            <a:ext cx="5212915" cy="24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434109" y="1314486"/>
            <a:ext cx="847898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Interfaces Support Multiple Inheritance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 not allow multiple inheritance with classes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avoid complexity and ambiguity (like the "Diamond Problem").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However, Java allows a class to implement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because interfaces only declare method signatures without implementation (except default methods).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means a class can inherit method contracts from multiple interfaces without conflicts in code behavior.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 provide a way to achieve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inheritance of type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safely and clearly.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187" y="1332007"/>
            <a:ext cx="4235668" cy="27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7616" y="1079332"/>
            <a:ext cx="6090662" cy="35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203200" y="4076532"/>
            <a:ext cx="554181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Flyable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Swimmable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declaring methods.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Duck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class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both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providing implementations for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fly()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swim()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This demonstrates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inheritance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behavior signatures via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If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allowed multiple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inheritance, conflicts could arise.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avoid that by having no method body to conflict.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2025-05-17T11:45:22Z</dcterms:created>
  <dc:creator>Fariha</dc:creator>
</cp:coreProperties>
</file>
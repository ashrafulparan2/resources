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Introduction to Programming Language II(Java)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33801"/>
            <a:ext cx="9448800" cy="685800"/>
          </a:xfrm>
        </p:spPr>
        <p:txBody>
          <a:bodyPr/>
          <a:lstStyle/>
          <a:p>
            <a:r>
              <a:rPr lang="en-US" dirty="0" smtClean="0"/>
              <a:t>Fariha </a:t>
            </a:r>
            <a:r>
              <a:rPr lang="en-US" dirty="0" err="1" smtClean="0"/>
              <a:t>Zahin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929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68217" y="1471136"/>
            <a:ext cx="89592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final keyword</a:t>
            </a:r>
            <a:endParaRPr lang="en-US" b="1" dirty="0" smtClean="0"/>
          </a:p>
          <a:p>
            <a:r>
              <a:rPr lang="en-US" dirty="0" smtClean="0"/>
              <a:t>final keyword </a:t>
            </a:r>
            <a:r>
              <a:rPr lang="en-US" dirty="0"/>
              <a:t>is used to </a:t>
            </a:r>
            <a:r>
              <a:rPr lang="en-US" b="1" dirty="0"/>
              <a:t>restrict the user</a:t>
            </a:r>
            <a:r>
              <a:rPr lang="en-US" dirty="0"/>
              <a:t> in Java. It can be applied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Variables</a:t>
            </a:r>
            <a:r>
              <a:rPr lang="en-US" dirty="0"/>
              <a:t> – to make them constant (immutable)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Methods</a:t>
            </a:r>
            <a:r>
              <a:rPr lang="en-US" dirty="0"/>
              <a:t> – to prevent overriding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Classes</a:t>
            </a:r>
            <a:r>
              <a:rPr lang="en-US" dirty="0"/>
              <a:t> – to prevent inheritance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32873" y="3020538"/>
            <a:ext cx="47884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f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inal Variable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f</a:t>
            </a:r>
            <a:r>
              <a:rPr lang="en-US" altLang="en-US" dirty="0" smtClean="0">
                <a:latin typeface="Arial" panose="020B0604020202020204" pitchFamily="34" charset="0"/>
              </a:rPr>
              <a:t>inal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 is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constant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its value cannot be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reassigned.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must be initialized at declaration 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constructor (if not static).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662" y="2798617"/>
            <a:ext cx="6066692" cy="37592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8495" y="5340988"/>
            <a:ext cx="57444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Declares a constant variable MAX. Attempting to </a:t>
            </a:r>
            <a:endParaRPr lang="en-US" dirty="0" smtClean="0"/>
          </a:p>
          <a:p>
            <a:r>
              <a:rPr lang="en-US" dirty="0" smtClean="0"/>
              <a:t>reassign </a:t>
            </a:r>
            <a:r>
              <a:rPr lang="en-US" dirty="0"/>
              <a:t>it will cause a compile-time error. </a:t>
            </a:r>
          </a:p>
        </p:txBody>
      </p:sp>
    </p:spTree>
    <p:extLst>
      <p:ext uri="{BB962C8B-B14F-4D97-AF65-F5344CB8AC3E}">
        <p14:creationId xmlns:p14="http://schemas.microsoft.com/office/powerpoint/2010/main" val="1046688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3563" y="1351110"/>
            <a:ext cx="87653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Blank Final </a:t>
            </a:r>
            <a:r>
              <a:rPr lang="en-US" b="1" dirty="0" smtClean="0"/>
              <a:t>Variable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blank final</a:t>
            </a:r>
            <a:r>
              <a:rPr lang="en-US" dirty="0"/>
              <a:t> variable is a final variable declared </a:t>
            </a:r>
            <a:r>
              <a:rPr lang="en-US" b="1" dirty="0"/>
              <a:t>without initialization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must be initialized </a:t>
            </a:r>
            <a:r>
              <a:rPr lang="en-US" b="1" dirty="0"/>
              <a:t>only once</a:t>
            </a:r>
            <a:r>
              <a:rPr lang="en-US" dirty="0"/>
              <a:t>, typically in the </a:t>
            </a:r>
            <a:r>
              <a:rPr lang="en-US" b="1" dirty="0"/>
              <a:t>constructor</a:t>
            </a:r>
            <a:r>
              <a:rPr lang="en-US" dirty="0"/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837" y="2367307"/>
            <a:ext cx="5558599" cy="41884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86327" y="4158825"/>
            <a:ext cx="52093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</a:t>
            </a:r>
            <a:r>
              <a:rPr lang="en-US" dirty="0" smtClean="0"/>
              <a:t>peed variable </a:t>
            </a:r>
            <a:r>
              <a:rPr lang="en-US" dirty="0"/>
              <a:t>is declared but not initialized immediately. It's initialized once inside the constructor. Useful when the value depends on runtime input.</a:t>
            </a:r>
          </a:p>
        </p:txBody>
      </p:sp>
    </p:spTree>
    <p:extLst>
      <p:ext uri="{BB962C8B-B14F-4D97-AF65-F5344CB8AC3E}">
        <p14:creationId xmlns:p14="http://schemas.microsoft.com/office/powerpoint/2010/main" val="1039045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5018" y="1341873"/>
            <a:ext cx="9042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Static Blank Final </a:t>
            </a:r>
            <a:r>
              <a:rPr lang="en-US" b="1" dirty="0" smtClean="0"/>
              <a:t>Variable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static blank final</a:t>
            </a:r>
            <a:r>
              <a:rPr lang="en-US" dirty="0"/>
              <a:t> is a static final variable declared without a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must be initialized </a:t>
            </a:r>
            <a:r>
              <a:rPr lang="en-US" b="1" dirty="0"/>
              <a:t>once</a:t>
            </a:r>
            <a:r>
              <a:rPr lang="en-US" dirty="0"/>
              <a:t> in a </a:t>
            </a:r>
            <a:r>
              <a:rPr lang="en-US" b="1" dirty="0"/>
              <a:t>static block</a:t>
            </a:r>
            <a:r>
              <a:rPr lang="en-US" dirty="0"/>
              <a:t> (not constructor).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313" y="2554009"/>
            <a:ext cx="6908155" cy="3615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3200" y="3161299"/>
            <a:ext cx="4673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class-level final variable that's </a:t>
            </a:r>
            <a:r>
              <a:rPr lang="en-US" dirty="0" smtClean="0"/>
              <a:t>assigned </a:t>
            </a:r>
            <a:r>
              <a:rPr lang="en-US" dirty="0"/>
              <a:t>in a static block. It's initialized </a:t>
            </a:r>
            <a:r>
              <a:rPr lang="en-US" dirty="0" smtClean="0"/>
              <a:t>once when </a:t>
            </a:r>
            <a:r>
              <a:rPr lang="en-US" dirty="0"/>
              <a:t>the class is loaded, not per object.</a:t>
            </a:r>
          </a:p>
        </p:txBody>
      </p:sp>
    </p:spTree>
    <p:extLst>
      <p:ext uri="{BB962C8B-B14F-4D97-AF65-F5344CB8AC3E}">
        <p14:creationId xmlns:p14="http://schemas.microsoft.com/office/powerpoint/2010/main" val="1623930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0009" y="1350879"/>
            <a:ext cx="59795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Final </a:t>
            </a:r>
            <a:r>
              <a:rPr lang="en-US" dirty="0" smtClean="0"/>
              <a:t>Method</a:t>
            </a:r>
          </a:p>
          <a:p>
            <a:r>
              <a:rPr lang="en-US" dirty="0" smtClean="0"/>
              <a:t>A final method </a:t>
            </a:r>
            <a:r>
              <a:rPr lang="en-US" b="1" dirty="0"/>
              <a:t>cannot be overridden</a:t>
            </a:r>
            <a:r>
              <a:rPr lang="en-US" dirty="0"/>
              <a:t> by subclasses.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233" y="2123703"/>
            <a:ext cx="6426927" cy="41385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3274" y="4047989"/>
            <a:ext cx="45165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method show() in the Parent class is marked as final, so the subclass Child cannot override it. This is used to protect method logic from being altered.</a:t>
            </a:r>
          </a:p>
        </p:txBody>
      </p:sp>
    </p:spTree>
    <p:extLst>
      <p:ext uri="{BB962C8B-B14F-4D97-AF65-F5344CB8AC3E}">
        <p14:creationId xmlns:p14="http://schemas.microsoft.com/office/powerpoint/2010/main" val="37698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455" y="1350880"/>
            <a:ext cx="49952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Final </a:t>
            </a:r>
            <a:r>
              <a:rPr lang="en-US" dirty="0" smtClean="0"/>
              <a:t>Class</a:t>
            </a:r>
          </a:p>
          <a:p>
            <a:r>
              <a:rPr lang="en-US" dirty="0" smtClean="0"/>
              <a:t>A final class </a:t>
            </a:r>
            <a:r>
              <a:rPr lang="en-US" b="1" dirty="0"/>
              <a:t>cannot be extended/inherited</a:t>
            </a:r>
            <a:r>
              <a:rPr lang="en-US" dirty="0"/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363" y="2115050"/>
            <a:ext cx="6205545" cy="404560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4945" y="2967335"/>
            <a:ext cx="4978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class Vehicle is declared as final, so no other class can extend it. This is commonly used for utility or security-sensitive classes</a:t>
            </a:r>
          </a:p>
        </p:txBody>
      </p:sp>
    </p:spTree>
    <p:extLst>
      <p:ext uri="{BB962C8B-B14F-4D97-AF65-F5344CB8AC3E}">
        <p14:creationId xmlns:p14="http://schemas.microsoft.com/office/powerpoint/2010/main" val="64596813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42</TotalTime>
  <Words>274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Vapor Trail</vt:lpstr>
      <vt:lpstr>Introduction to Programming Language II(Java)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Fariha</dc:creator>
  <cp:lastModifiedBy>Fariha</cp:lastModifiedBy>
  <cp:revision>11</cp:revision>
  <dcterms:created xsi:type="dcterms:W3CDTF">2025-05-03T16:24:42Z</dcterms:created>
  <dcterms:modified xsi:type="dcterms:W3CDTF">2025-05-04T18:04:23Z</dcterms:modified>
</cp:coreProperties>
</file>
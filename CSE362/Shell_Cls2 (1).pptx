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0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F426B-963D-47B4-83E0-38C90AE62C9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55ADC-8A16-4A32-A773-F9A1C580BB3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Basic Of Shell Scripting</a:t>
            </a:r>
            <a:br>
              <a:rPr lang="en-US" dirty="0" smtClean="0"/>
            </a:br>
            <a:r>
              <a:rPr lang="en-US" dirty="0" smtClean="0"/>
              <a:t>II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</a:t>
            </a:r>
            <a:r>
              <a:rPr lang="en-US" b="1" dirty="0" smtClean="0"/>
              <a:t>ead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 for taking multiple user input using read keyword.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708" y="2769177"/>
            <a:ext cx="6848475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40" y="1561465"/>
            <a:ext cx="5358130" cy="4647565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2376805"/>
            <a:ext cx="4445000" cy="2815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71" y="2143857"/>
            <a:ext cx="8491393" cy="420152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695" y="365125"/>
            <a:ext cx="10619105" cy="8870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Adding Basic Options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95" y="1459865"/>
            <a:ext cx="10619105" cy="471741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Let’s </a:t>
            </a:r>
            <a:r>
              <a:rPr lang="en-US" dirty="0"/>
              <a:t>take a look at some of the most basic options we can use:</a:t>
            </a:r>
            <a:endParaRPr lang="en-US" dirty="0"/>
          </a:p>
          <a:p>
            <a:r>
              <a:rPr lang="en-US" i="1" dirty="0"/>
              <a:t>-a array</a:t>
            </a:r>
            <a:r>
              <a:rPr lang="en-US" dirty="0"/>
              <a:t>: stores the results of the word split operation in an array rather than separate variables</a:t>
            </a:r>
            <a:endParaRPr lang="en-US" dirty="0"/>
          </a:p>
          <a:p>
            <a:r>
              <a:rPr lang="en-US" i="1" dirty="0" smtClean="0"/>
              <a:t>-</a:t>
            </a:r>
            <a:r>
              <a:rPr lang="en-US" i="1" dirty="0"/>
              <a:t>s:</a:t>
            </a:r>
            <a:r>
              <a:rPr lang="en-US" dirty="0"/>
              <a:t> does not echo the input line to the standard output stream</a:t>
            </a:r>
            <a:endParaRPr lang="en-US" dirty="0"/>
          </a:p>
          <a:p>
            <a:r>
              <a:rPr lang="en-US" dirty="0"/>
              <a:t>–</a:t>
            </a:r>
            <a:r>
              <a:rPr lang="en-US" i="1" dirty="0"/>
              <a:t>p prompt</a:t>
            </a:r>
            <a:r>
              <a:rPr lang="en-US" dirty="0"/>
              <a:t>: print the prompt text before requesting the input from the standard input stream without a </a:t>
            </a:r>
            <a:r>
              <a:rPr lang="en-US" i="1" dirty="0"/>
              <a:t>&lt;newline&gt;</a:t>
            </a:r>
            <a:r>
              <a:rPr lang="en-US" dirty="0"/>
              <a:t> character</a:t>
            </a:r>
            <a:endParaRPr lang="en-US" dirty="0"/>
          </a:p>
          <a:p>
            <a:r>
              <a:rPr lang="en-US" i="1" dirty="0"/>
              <a:t>-t timeout: </a:t>
            </a:r>
            <a:r>
              <a:rPr lang="en-US" dirty="0"/>
              <a:t>attempt to read the input for a given period of seconds</a:t>
            </a:r>
            <a:endParaRPr lang="en-US" dirty="0"/>
          </a:p>
          <a:p>
            <a:r>
              <a:rPr lang="en-US" dirty="0"/>
              <a:t>–</a:t>
            </a:r>
            <a:r>
              <a:rPr lang="en-US" i="1" dirty="0"/>
              <a:t>N:</a:t>
            </a:r>
            <a:r>
              <a:rPr lang="en-US" dirty="0"/>
              <a:t> read exactly N characters from the input unless a timeout occurs or </a:t>
            </a:r>
            <a:r>
              <a:rPr lang="en-US" i="1" dirty="0"/>
              <a:t>EOF</a:t>
            </a:r>
            <a:r>
              <a:rPr lang="en-US" dirty="0"/>
              <a:t> is reached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If-else Statement #</a:t>
            </a:r>
            <a:endParaRPr lang="en-US" dirty="0" smtClean="0"/>
          </a:p>
          <a:p>
            <a:r>
              <a:rPr lang="en-US" dirty="0" smtClean="0"/>
              <a:t>Bash if conditionals can have different forms. The most basic if statement takes the following form: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if TEST-COMMAND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then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STATEMENTS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Else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STATEMENTS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fi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if statement starts with the if keyword followed by the conditional expression and the then keyword. The statement ends with the fi keyword.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0726" y="1825624"/>
            <a:ext cx="10289309" cy="47876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4553" y="1825625"/>
            <a:ext cx="9742894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if..</a:t>
            </a:r>
            <a:r>
              <a:rPr lang="en-US" b="1" dirty="0" err="1" smtClean="0"/>
              <a:t>elif</a:t>
            </a:r>
            <a:r>
              <a:rPr lang="en-US" b="1" dirty="0" smtClean="0"/>
              <a:t>..else Statement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if TEST-COMMAND1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then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STATEMENTS1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elif</a:t>
            </a:r>
            <a:r>
              <a:rPr lang="en-US" dirty="0" smtClean="0">
                <a:solidFill>
                  <a:srgbClr val="FF0000"/>
                </a:solidFill>
              </a:rPr>
              <a:t> TEST-COMMAND2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then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STATEMENTS2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else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STATEMENTS3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fi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If the TEST-COMMAND1 evaluates to True, the STATEMENTS1 will be executed. If the TEST-COMMAND2 evaluates to True, the STATEMENTS2 will be executed. If none of the test commands evaluate to True, the STATEMENTS2 is executed.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000322"/>
            <a:ext cx="10515600" cy="400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WPS Presentation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Basic Of Shell Scripting II</vt:lpstr>
      <vt:lpstr>read Command</vt:lpstr>
      <vt:lpstr>Example</vt:lpstr>
      <vt:lpstr>Example</vt:lpstr>
      <vt:lpstr>Adding Basic Options </vt:lpstr>
      <vt:lpstr>Conditional Statement</vt:lpstr>
      <vt:lpstr>Syntax</vt:lpstr>
      <vt:lpstr>Example Code</vt:lpstr>
      <vt:lpstr>if..elif..else Statement </vt:lpstr>
      <vt:lpstr>Example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DIU</cp:lastModifiedBy>
  <cp:revision>8</cp:revision>
  <dcterms:created xsi:type="dcterms:W3CDTF">2023-11-04T20:40:00Z</dcterms:created>
  <dcterms:modified xsi:type="dcterms:W3CDTF">2024-04-30T07:22:45Z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261CABB5CFB6420A8D503F2A77C0C125_12</vt:lpwstr>
  </property>
  <property fmtid="{D5CDD505-2E9C-101B-9397-08002B2CF9AE}" pid="3" name="KSOProductBuildVer">
    <vt:lpwstr>1033-12.2.0.16731</vt:lpwstr>
  </property>
</Properties>
</file>
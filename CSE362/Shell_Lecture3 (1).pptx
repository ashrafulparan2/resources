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6" r:id="rId9"/>
    <p:sldId id="263" r:id="rId10"/>
    <p:sldId id="264" r:id="rId11"/>
    <p:sldId id="265" r:id="rId12"/>
    <p:sldId id="271" r:id="rId13"/>
    <p:sldId id="272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35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84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9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40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0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34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77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2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426B-963D-47B4-83E0-38C90AE62C9A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5ADC-8A16-4A32-A773-F9A1C580B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5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F426B-963D-47B4-83E0-38C90AE62C9A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55ADC-8A16-4A32-A773-F9A1C580B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Of Shell Scripting</a:t>
            </a:r>
            <a:br>
              <a:rPr lang="en-US" dirty="0"/>
            </a:br>
            <a:r>
              <a:rPr lang="en-US" dirty="0"/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4157383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read</a:t>
            </a:r>
            <a:r>
              <a:rPr lang="en-US" dirty="0"/>
              <a:t>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Syntax for taking multiple user input using read keyword.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708" y="2769177"/>
            <a:ext cx="684847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2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98" y="2103654"/>
            <a:ext cx="5064702" cy="3314987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800" y="2376942"/>
            <a:ext cx="4091709" cy="176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70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571" y="2157607"/>
            <a:ext cx="8491393" cy="4201525"/>
          </a:xfrm>
        </p:spPr>
      </p:pic>
    </p:spTree>
    <p:extLst>
      <p:ext uri="{BB962C8B-B14F-4D97-AF65-F5344CB8AC3E}">
        <p14:creationId xmlns:p14="http://schemas.microsoft.com/office/powerpoint/2010/main" val="372348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1062" y="2352170"/>
            <a:ext cx="1042987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69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Basic Options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take a look at some of the most basic options we can use:</a:t>
            </a:r>
          </a:p>
          <a:p>
            <a:r>
              <a:rPr lang="en-US" i="1" dirty="0"/>
              <a:t>-a array</a:t>
            </a:r>
            <a:r>
              <a:rPr lang="en-US" dirty="0"/>
              <a:t>: stores the results of the word split operation in an array rather than separate variables</a:t>
            </a:r>
          </a:p>
          <a:p>
            <a:r>
              <a:rPr lang="en-US" i="1" dirty="0"/>
              <a:t>-s:</a:t>
            </a:r>
            <a:r>
              <a:rPr lang="en-US" dirty="0"/>
              <a:t> does not echo the input line to the standard output stream</a:t>
            </a:r>
          </a:p>
          <a:p>
            <a:r>
              <a:rPr lang="en-US" dirty="0"/>
              <a:t>–</a:t>
            </a:r>
            <a:r>
              <a:rPr lang="en-US" i="1" dirty="0"/>
              <a:t>p prompt</a:t>
            </a:r>
            <a:r>
              <a:rPr lang="en-US" dirty="0"/>
              <a:t>: print the prompt text before requesting the input from the standard input stream without a </a:t>
            </a:r>
            <a:r>
              <a:rPr lang="en-US" i="1" dirty="0"/>
              <a:t>&lt;newline&gt;</a:t>
            </a:r>
            <a:r>
              <a:rPr lang="en-US" dirty="0"/>
              <a:t> character</a:t>
            </a:r>
          </a:p>
          <a:p>
            <a:r>
              <a:rPr lang="en-US" i="1" dirty="0"/>
              <a:t>-t timeout: </a:t>
            </a:r>
            <a:r>
              <a:rPr lang="en-US" dirty="0"/>
              <a:t>attempt to read the input for a given period of seconds</a:t>
            </a:r>
          </a:p>
          <a:p>
            <a:r>
              <a:rPr lang="en-US" dirty="0"/>
              <a:t>–</a:t>
            </a:r>
            <a:r>
              <a:rPr lang="en-US" i="1" dirty="0"/>
              <a:t>N:</a:t>
            </a:r>
            <a:r>
              <a:rPr lang="en-US" dirty="0"/>
              <a:t> read exactly N characters from the input unless a timeout occurs or </a:t>
            </a:r>
            <a:r>
              <a:rPr lang="en-US" i="1" dirty="0"/>
              <a:t>EOF</a:t>
            </a:r>
            <a:r>
              <a:rPr lang="en-US" dirty="0"/>
              <a:t> is reached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896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If-else Statement #</a:t>
            </a:r>
          </a:p>
          <a:p>
            <a:r>
              <a:rPr lang="en-US" dirty="0"/>
              <a:t>Bash if conditionals can have different forms. The most basic if statement takes the following form: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if TEST-COMMAND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then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STATEMENTS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Else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STATEMENTS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fi</a:t>
            </a:r>
          </a:p>
          <a:p>
            <a:r>
              <a:rPr lang="en-US" dirty="0"/>
              <a:t>The if statement starts with the if keyword followed by the conditional expression and the then keyword. The statement ends with the fi keyword.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30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218" y="365126"/>
            <a:ext cx="10485582" cy="68782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Syntax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726" y="1173018"/>
            <a:ext cx="10289309" cy="544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72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Code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4553" y="1825625"/>
            <a:ext cx="97428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677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if..</a:t>
            </a:r>
            <a:r>
              <a:rPr lang="en-US" b="1" dirty="0" err="1"/>
              <a:t>elif</a:t>
            </a:r>
            <a:r>
              <a:rPr lang="en-US" b="1" dirty="0"/>
              <a:t>..else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if TEST-COMMAND1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then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STATEMENTS1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elif</a:t>
            </a:r>
            <a:r>
              <a:rPr lang="en-US" dirty="0">
                <a:solidFill>
                  <a:srgbClr val="FF0000"/>
                </a:solidFill>
              </a:rPr>
              <a:t> TEST-COMMAND2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then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STATEMENTS2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else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STATEMENTS3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fi</a:t>
            </a:r>
          </a:p>
          <a:p>
            <a:pPr marL="0" indent="0">
              <a:buNone/>
            </a:pPr>
            <a:r>
              <a:rPr lang="en-US" dirty="0"/>
              <a:t>If the TEST-COMMAND1 evaluates to True, the STATEMENTS1 will be executed. If the TEST-COMMAND2 evaluates to True, the STATEMENTS2 will be executed. If none of the test commands evaluate to True, the STATEMENTS2 is executed.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036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Code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0322"/>
            <a:ext cx="10515600" cy="400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21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Arithmetic Operation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745" y="1496291"/>
            <a:ext cx="7416799" cy="5135418"/>
          </a:xfrm>
        </p:spPr>
      </p:pic>
    </p:spTree>
    <p:extLst>
      <p:ext uri="{BB962C8B-B14F-4D97-AF65-F5344CB8AC3E}">
        <p14:creationId xmlns:p14="http://schemas.microsoft.com/office/powerpoint/2010/main" val="379013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Arithmetic Operation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182" y="1456655"/>
            <a:ext cx="8238837" cy="5032375"/>
          </a:xfrm>
        </p:spPr>
      </p:pic>
    </p:spTree>
    <p:extLst>
      <p:ext uri="{BB962C8B-B14F-4D97-AF65-F5344CB8AC3E}">
        <p14:creationId xmlns:p14="http://schemas.microsoft.com/office/powerpoint/2010/main" val="2937806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Floating Point Operation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831" y="2125643"/>
            <a:ext cx="8463315" cy="4331304"/>
          </a:xfrm>
        </p:spPr>
      </p:pic>
    </p:spTree>
    <p:extLst>
      <p:ext uri="{BB962C8B-B14F-4D97-AF65-F5344CB8AC3E}">
        <p14:creationId xmlns:p14="http://schemas.microsoft.com/office/powerpoint/2010/main" val="2903127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56084"/>
            <a:ext cx="10936705" cy="462087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scale=2; sets the number of decimal places to 2 in the result. You can adjust the scale value based on your precision requirements.</a:t>
            </a:r>
          </a:p>
          <a:p>
            <a:pPr algn="just"/>
            <a:r>
              <a:rPr lang="en-US" dirty="0"/>
              <a:t>echo "scale=2; $num1 + $num2" | </a:t>
            </a:r>
            <a:r>
              <a:rPr lang="en-US" dirty="0" err="1"/>
              <a:t>bc</a:t>
            </a:r>
            <a:r>
              <a:rPr lang="en-US" dirty="0"/>
              <a:t> -l performs the floating-point arithmetic with the specified precision.</a:t>
            </a:r>
          </a:p>
          <a:p>
            <a:pPr algn="just"/>
            <a:r>
              <a:rPr lang="en-US" dirty="0"/>
              <a:t>Again, this is just a simple example. You can modify the expression within echo to perform other mathematical operations or use additional functions provided by the </a:t>
            </a:r>
            <a:r>
              <a:rPr lang="en-US" dirty="0" err="1"/>
              <a:t>bc</a:t>
            </a:r>
            <a:r>
              <a:rPr lang="en-US" dirty="0"/>
              <a:t> math library when using the -l option.</a:t>
            </a:r>
          </a:p>
          <a:p>
            <a:pPr algn="just"/>
            <a:r>
              <a:rPr lang="en-US" dirty="0"/>
              <a:t>This output represents the result of the addition operation 3.14 + 2.5 with a scale of 2 decimal places, as specified in the scale=2 setting. The </a:t>
            </a:r>
            <a:r>
              <a:rPr lang="en-US" dirty="0" err="1"/>
              <a:t>bc</a:t>
            </a:r>
            <a:r>
              <a:rPr lang="en-US" dirty="0"/>
              <a:t> -l option allows for floating-point arithmetic and makes the math library available for use in the expression.</a:t>
            </a:r>
          </a:p>
        </p:txBody>
      </p:sp>
    </p:spTree>
    <p:extLst>
      <p:ext uri="{BB962C8B-B14F-4D97-AF65-F5344CB8AC3E}">
        <p14:creationId xmlns:p14="http://schemas.microsoft.com/office/powerpoint/2010/main" val="1155972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402</Words>
  <Application>Microsoft Office PowerPoint</Application>
  <PresentationFormat>Widescreen</PresentationFormat>
  <Paragraphs>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Basic Of Shell Scripting II</vt:lpstr>
      <vt:lpstr>read Command</vt:lpstr>
      <vt:lpstr>Example</vt:lpstr>
      <vt:lpstr>Example</vt:lpstr>
      <vt:lpstr>Example</vt:lpstr>
      <vt:lpstr>Adding Basic Options </vt:lpstr>
      <vt:lpstr>Conditional Statement</vt:lpstr>
      <vt:lpstr>Syntax</vt:lpstr>
      <vt:lpstr>Example Code</vt:lpstr>
      <vt:lpstr>if..elif..else Statement </vt:lpstr>
      <vt:lpstr>Example Code</vt:lpstr>
      <vt:lpstr>Arithmetic Operation</vt:lpstr>
      <vt:lpstr>Arithmetic Operation</vt:lpstr>
      <vt:lpstr>Floating Point Operation</vt:lpstr>
      <vt:lpstr>Explanation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Raiyan Janik</cp:lastModifiedBy>
  <cp:revision>20</cp:revision>
  <dcterms:created xsi:type="dcterms:W3CDTF">2023-11-04T20:40:02Z</dcterms:created>
  <dcterms:modified xsi:type="dcterms:W3CDTF">2024-11-30T05:21:45Z</dcterms:modified>
</cp:coreProperties>
</file>